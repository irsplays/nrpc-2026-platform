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18288000" cy="10287000"/>
  <p:notesSz cx="6858000" cy="9144000"/>
  <p:embeddedFontLst>
    <p:embeddedFont>
      <p:font typeface="Amasis MT Pro Black" panose="02040A04050005020304" pitchFamily="18" charset="0"/>
      <p:bold r:id="rId6"/>
      <p:boldItalic r:id="rId7"/>
    </p:embeddedFont>
    <p:embeddedFont>
      <p:font typeface="Canva Sans Bold" panose="020B060402020202020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03CD1-D645-4193-86CD-581F1EEABE0B}" v="3" dt="2025-07-04T14:32:16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5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18288000" cy="1440180"/>
            <a:chOff x="0" y="0"/>
            <a:chExt cx="4849710" cy="3793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9710" cy="379307"/>
            </a:xfrm>
            <a:custGeom>
              <a:avLst/>
              <a:gdLst/>
              <a:ahLst/>
              <a:cxnLst/>
              <a:rect l="l" t="t" r="r" b="b"/>
              <a:pathLst>
                <a:path w="4849710" h="379307">
                  <a:moveTo>
                    <a:pt x="0" y="0"/>
                  </a:moveTo>
                  <a:lnTo>
                    <a:pt x="4849710" y="0"/>
                  </a:lnTo>
                  <a:lnTo>
                    <a:pt x="4849710" y="379307"/>
                  </a:lnTo>
                  <a:lnTo>
                    <a:pt x="0" y="3793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49710" cy="417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42005" y="200021"/>
            <a:ext cx="3654951" cy="1040138"/>
          </a:xfrm>
          <a:custGeom>
            <a:avLst/>
            <a:gdLst/>
            <a:ahLst/>
            <a:cxnLst/>
            <a:rect l="l" t="t" r="r" b="b"/>
            <a:pathLst>
              <a:path w="3654951" h="1040138">
                <a:moveTo>
                  <a:pt x="0" y="0"/>
                </a:moveTo>
                <a:lnTo>
                  <a:pt x="3654951" y="0"/>
                </a:lnTo>
                <a:lnTo>
                  <a:pt x="3654951" y="1040138"/>
                </a:lnTo>
                <a:lnTo>
                  <a:pt x="0" y="1040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1744322" y="156561"/>
            <a:ext cx="2381535" cy="1083599"/>
          </a:xfrm>
          <a:custGeom>
            <a:avLst/>
            <a:gdLst/>
            <a:ahLst/>
            <a:cxnLst/>
            <a:rect l="l" t="t" r="r" b="b"/>
            <a:pathLst>
              <a:path w="2381535" h="1083599">
                <a:moveTo>
                  <a:pt x="0" y="0"/>
                </a:moveTo>
                <a:lnTo>
                  <a:pt x="2381536" y="0"/>
                </a:lnTo>
                <a:lnTo>
                  <a:pt x="2381536" y="1083598"/>
                </a:lnTo>
                <a:lnTo>
                  <a:pt x="0" y="1083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311047" y="133346"/>
            <a:ext cx="7710521" cy="114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WRO SINGAPORE NATIONALS 2025 </a:t>
            </a:r>
          </a:p>
          <a:p>
            <a:pPr algn="l">
              <a:lnSpc>
                <a:spcPts val="4619"/>
              </a:lnSpc>
            </a:pPr>
            <a:r>
              <a:rPr lang="en-US" sz="32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ROBOMISSION SEASON QUEST 2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047" y="1739365"/>
            <a:ext cx="3345890" cy="56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 DESIGN: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86968" y="1739365"/>
            <a:ext cx="3345890" cy="563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 DESIGN:</a:t>
            </a:r>
          </a:p>
        </p:txBody>
      </p:sp>
      <p:pic>
        <p:nvPicPr>
          <p:cNvPr id="36" name="Picture 35" descr="A colorful t-shirt with paint on it&#10;&#10;AI-generated content may be incorrect.">
            <a:extLst>
              <a:ext uri="{FF2B5EF4-FFF2-40B4-BE49-F238E27FC236}">
                <a16:creationId xmlns:a16="http://schemas.microsoft.com/office/drawing/2014/main" id="{69076875-3AEB-C554-CF73-625A78E0B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11" b="97754" l="3125" r="96094">
                        <a14:foregroundMark x1="16016" y1="26270" x2="25879" y2="10840"/>
                        <a14:foregroundMark x1="25879" y1="10840" x2="26563" y2="11133"/>
                        <a14:foregroundMark x1="16699" y1="26270" x2="26855" y2="14453"/>
                        <a14:foregroundMark x1="26855" y1="14453" x2="36719" y2="10059"/>
                        <a14:foregroundMark x1="36719" y1="10059" x2="36133" y2="11133"/>
                        <a14:foregroundMark x1="28320" y1="7227" x2="40234" y2="4102"/>
                        <a14:foregroundMark x1="27930" y1="7422" x2="44824" y2="5957"/>
                        <a14:foregroundMark x1="45020" y1="11914" x2="59766" y2="10742"/>
                        <a14:foregroundMark x1="46387" y1="10742" x2="59961" y2="9473"/>
                        <a14:foregroundMark x1="42773" y1="8887" x2="51758" y2="8203"/>
                        <a14:foregroundMark x1="51758" y1="8203" x2="58105" y2="8398"/>
                        <a14:foregroundMark x1="9277" y1="23828" x2="10059" y2="33105"/>
                        <a14:foregroundMark x1="6641" y1="24219" x2="16016" y2="17480"/>
                        <a14:foregroundMark x1="4785" y1="24414" x2="3125" y2="26270"/>
                        <a14:foregroundMark x1="25684" y1="93848" x2="35254" y2="95703"/>
                        <a14:foregroundMark x1="35254" y1="95703" x2="58301" y2="93848"/>
                        <a14:foregroundMark x1="58301" y1="93848" x2="76172" y2="95215"/>
                        <a14:foregroundMark x1="76172" y1="95215" x2="78027" y2="93848"/>
                        <a14:foregroundMark x1="21191" y1="97754" x2="21191" y2="97754"/>
                        <a14:foregroundMark x1="92188" y1="26270" x2="88770" y2="32520"/>
                        <a14:foregroundMark x1="88770" y1="32520" x2="93457" y2="26758"/>
                        <a14:foregroundMark x1="93457" y1="26758" x2="96094" y2="28320"/>
                        <a14:foregroundMark x1="59570" y1="5957" x2="66797" y2="37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86" y="2735667"/>
            <a:ext cx="7183368" cy="7183368"/>
          </a:xfrm>
          <a:prstGeom prst="rect">
            <a:avLst/>
          </a:prstGeom>
        </p:spPr>
      </p:pic>
      <p:pic>
        <p:nvPicPr>
          <p:cNvPr id="26" name="Picture 25" descr="A couple of people holding hands&#10;&#10;AI-generated content may be incorrect.">
            <a:extLst>
              <a:ext uri="{FF2B5EF4-FFF2-40B4-BE49-F238E27FC236}">
                <a16:creationId xmlns:a16="http://schemas.microsoft.com/office/drawing/2014/main" id="{E42AA6F8-B6A0-8769-EC57-5B854F9201A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02" y="5985825"/>
            <a:ext cx="3505200" cy="998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A blue t-shirt with red yellow and blue paint splatters&#10;&#10;AI-generated content may be incorrect.">
            <a:extLst>
              <a:ext uri="{FF2B5EF4-FFF2-40B4-BE49-F238E27FC236}">
                <a16:creationId xmlns:a16="http://schemas.microsoft.com/office/drawing/2014/main" id="{4D5E776E-E859-0458-AF46-EFB95A5F52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87" b="94434" l="6250" r="94434">
                        <a14:foregroundMark x1="14063" y1="27344" x2="25195" y2="21875"/>
                        <a14:foregroundMark x1="25195" y1="21875" x2="31836" y2="20508"/>
                        <a14:foregroundMark x1="31836" y1="20508" x2="31641" y2="20313"/>
                        <a14:foregroundMark x1="33496" y1="15137" x2="38867" y2="9473"/>
                        <a14:foregroundMark x1="36816" y1="10156" x2="40862" y2="9426"/>
                        <a14:foregroundMark x1="57324" y1="10645" x2="59082" y2="10547"/>
                        <a14:foregroundMark x1="61621" y1="9766" x2="61621" y2="9766"/>
                        <a14:foregroundMark x1="87012" y1="30176" x2="92090" y2="30762"/>
                        <a14:foregroundMark x1="25000" y1="90430" x2="61523" y2="85547"/>
                        <a14:foregroundMark x1="61523" y1="85547" x2="70215" y2="86914"/>
                        <a14:foregroundMark x1="70215" y1="86914" x2="64077" y2="91608"/>
                        <a14:foregroundMark x1="39551" y1="9277" x2="39551" y2="9277"/>
                        <a14:foregroundMark x1="39063" y1="8887" x2="39063" y2="8887"/>
                        <a14:foregroundMark x1="39063" y1="8887" x2="39063" y2="8887"/>
                        <a14:foregroundMark x1="6250" y1="30566" x2="10352" y2="35254"/>
                        <a14:foregroundMark x1="8008" y1="29297" x2="11621" y2="32031"/>
                        <a14:foregroundMark x1="94434" y1="31250" x2="94434" y2="31250"/>
                        <a14:backgroundMark x1="33789" y1="96387" x2="76270" y2="97754"/>
                        <a14:backgroundMark x1="23047" y1="96680" x2="40234" y2="96191"/>
                        <a14:backgroundMark x1="40234" y1="96191" x2="54590" y2="96387"/>
                        <a14:backgroundMark x1="33496" y1="93848" x2="52832" y2="93848"/>
                        <a14:backgroundMark x1="27539" y1="96191" x2="39551" y2="95313"/>
                        <a14:backgroundMark x1="55469" y1="92578" x2="55469" y2="92578"/>
                        <a14:backgroundMark x1="58887" y1="93262" x2="58887" y2="93262"/>
                        <a14:backgroundMark x1="62695" y1="94336" x2="62891" y2="92969"/>
                        <a14:backgroundMark x1="52637" y1="94336" x2="60742" y2="94336"/>
                        <a14:backgroundMark x1="61230" y1="93457" x2="65332" y2="93262"/>
                        <a14:backgroundMark x1="41504" y1="8691" x2="44727" y2="101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368" y="2212551"/>
            <a:ext cx="8229600" cy="8229600"/>
          </a:xfrm>
          <a:prstGeom prst="rect">
            <a:avLst/>
          </a:prstGeom>
        </p:spPr>
      </p:pic>
      <p:pic>
        <p:nvPicPr>
          <p:cNvPr id="42" name="Picture 41" descr="A yellow and red logo&#10;&#10;AI-generated content may be incorrect.">
            <a:extLst>
              <a:ext uri="{FF2B5EF4-FFF2-40B4-BE49-F238E27FC236}">
                <a16:creationId xmlns:a16="http://schemas.microsoft.com/office/drawing/2014/main" id="{AB0C3519-6D30-68ED-19DD-A94879B86E5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313" y="6984288"/>
            <a:ext cx="3085178" cy="13265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6294D4B-EEBD-9289-966A-41EAA907EC7F}"/>
              </a:ext>
            </a:extLst>
          </p:cNvPr>
          <p:cNvSpPr txBox="1"/>
          <p:nvPr/>
        </p:nvSpPr>
        <p:spPr>
          <a:xfrm>
            <a:off x="2237565" y="4076038"/>
            <a:ext cx="4237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0" dirty="0">
                <a:ln w="12700">
                  <a:solidFill>
                    <a:schemeClr val="tx1"/>
                  </a:solidFill>
                </a:ln>
                <a:latin typeface="Amasis MT Pro Black" panose="02040A04050005020304" pitchFamily="18" charset="0"/>
                <a:ea typeface="STCaiyun" panose="02010800040101010101" pitchFamily="2" charset="-122"/>
                <a:cs typeface="Dreaming Outloud Pro" panose="020F0502020204030204" pitchFamily="66" charset="0"/>
              </a:rPr>
              <a:t>Judge</a:t>
            </a:r>
          </a:p>
        </p:txBody>
      </p:sp>
      <p:pic>
        <p:nvPicPr>
          <p:cNvPr id="44" name="Picture 43" descr="A yellow and red logo&#10;&#10;AI-generated content may be incorrect.">
            <a:extLst>
              <a:ext uri="{FF2B5EF4-FFF2-40B4-BE49-F238E27FC236}">
                <a16:creationId xmlns:a16="http://schemas.microsoft.com/office/drawing/2014/main" id="{AB065E66-A93D-21B8-6E35-34684E78992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308" y="4557288"/>
            <a:ext cx="1363407" cy="5862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19618476" lon="1508707" rev="2059294"/>
            </a:camera>
            <a:lightRig rig="threePt" dir="t"/>
          </a:scene3d>
        </p:spPr>
      </p:pic>
      <p:pic>
        <p:nvPicPr>
          <p:cNvPr id="45" name="Picture 44" descr="A couple of people holding hands&#10;&#10;AI-generated content may be incorrect.">
            <a:extLst>
              <a:ext uri="{FF2B5EF4-FFF2-40B4-BE49-F238E27FC236}">
                <a16:creationId xmlns:a16="http://schemas.microsoft.com/office/drawing/2014/main" id="{B27A59B3-88DA-4858-5ACC-2936D822010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66" y="4559098"/>
            <a:ext cx="1530385" cy="4359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458658" lon="387983" rev="18625921"/>
            </a:camera>
            <a:lightRig rig="threePt" dir="t"/>
          </a:scene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D708A63-67DA-1A8F-1324-FB34545AC983}"/>
              </a:ext>
            </a:extLst>
          </p:cNvPr>
          <p:cNvSpPr txBox="1"/>
          <p:nvPr/>
        </p:nvSpPr>
        <p:spPr>
          <a:xfrm>
            <a:off x="11686403" y="4032323"/>
            <a:ext cx="4237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9000">
                <a:ln w="12700">
                  <a:solidFill>
                    <a:schemeClr val="tx1"/>
                  </a:solidFill>
                </a:ln>
                <a:latin typeface="Amasis MT Pro Black" panose="02040A04050005020304" pitchFamily="18" charset="0"/>
                <a:ea typeface="STCaiyun" panose="02010800040101010101" pitchFamily="2" charset="-122"/>
                <a:cs typeface="Dreaming Outloud Pro" panose="020F0502020204030204" pitchFamily="66" charset="0"/>
              </a:rPr>
              <a:t>Judge</a:t>
            </a:r>
            <a:endParaRPr lang="en-SG" sz="9000" dirty="0">
              <a:ln w="12700">
                <a:solidFill>
                  <a:schemeClr val="tx1"/>
                </a:solidFill>
              </a:ln>
              <a:latin typeface="Amasis MT Pro Black" panose="02040A04050005020304" pitchFamily="18" charset="0"/>
              <a:ea typeface="STCaiyun" panose="02010800040101010101" pitchFamily="2" charset="-122"/>
              <a:cs typeface="Dreaming Outloud Pro" panose="020F0502020204030204" pitchFamily="66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E72756-469C-43D2-AD18-530DA1986399}"/>
              </a:ext>
            </a:extLst>
          </p:cNvPr>
          <p:cNvSpPr txBox="1"/>
          <p:nvPr/>
        </p:nvSpPr>
        <p:spPr>
          <a:xfrm>
            <a:off x="11672548" y="5692189"/>
            <a:ext cx="4237530" cy="309315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sz="6500" dirty="0">
                <a:ln w="19050">
                  <a:solidFill>
                    <a:schemeClr val="tx1"/>
                  </a:solidFill>
                </a:ln>
                <a:latin typeface="Amasis MT Pro Black" panose="02040A04050005020304" pitchFamily="18" charset="0"/>
                <a:ea typeface="STCaiyun" panose="02010800040101010101" pitchFamily="2" charset="-122"/>
                <a:cs typeface="Dreaming Outloud Pro" panose="020F0502020204030204" pitchFamily="66" charset="0"/>
              </a:rPr>
              <a:t>Sponsors</a:t>
            </a:r>
          </a:p>
          <a:p>
            <a:pPr algn="ctr"/>
            <a:endParaRPr lang="en-SG" sz="6500" dirty="0">
              <a:ln w="19050">
                <a:solidFill>
                  <a:schemeClr val="tx1"/>
                </a:solidFill>
              </a:ln>
              <a:latin typeface="Amasis MT Pro Black" panose="02040A04050005020304" pitchFamily="18" charset="0"/>
              <a:ea typeface="STCaiyun" panose="02010800040101010101" pitchFamily="2" charset="-122"/>
              <a:cs typeface="Dreaming Outloud Pro" panose="020F0502020204030204" pitchFamily="66" charset="0"/>
            </a:endParaRPr>
          </a:p>
          <a:p>
            <a:pPr algn="ctr"/>
            <a:endParaRPr lang="en-SG" sz="6500" dirty="0">
              <a:ln w="19050">
                <a:solidFill>
                  <a:schemeClr val="tx1"/>
                </a:solidFill>
              </a:ln>
              <a:latin typeface="Amasis MT Pro Black" panose="02040A04050005020304" pitchFamily="18" charset="0"/>
              <a:ea typeface="STCaiyun" panose="02010800040101010101" pitchFamily="2" charset="-122"/>
              <a:cs typeface="Dreaming Outloud Pro" panose="020F050202020403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1cc00a52-380a-4e24-a251-be4d7c27a2a5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8CDCB0B0037E49A73C5FD6544B1502" ma:contentTypeVersion="15" ma:contentTypeDescription="Create a new document." ma:contentTypeScope="" ma:versionID="4875a106284fb23ede509f0ddf41f60f">
  <xsd:schema xmlns:xsd="http://www.w3.org/2001/XMLSchema" xmlns:xs="http://www.w3.org/2001/XMLSchema" xmlns:p="http://schemas.microsoft.com/office/2006/metadata/properties" xmlns:ns1="http://schemas.microsoft.com/sharepoint/v3" xmlns:ns3="1cc00a52-380a-4e24-a251-be4d7c27a2a5" targetNamespace="http://schemas.microsoft.com/office/2006/metadata/properties" ma:root="true" ma:fieldsID="14743ab607b186fde6d26ae95ee5279e" ns1:_="" ns3:_="">
    <xsd:import namespace="http://schemas.microsoft.com/sharepoint/v3"/>
    <xsd:import namespace="1cc00a52-380a-4e24-a251-be4d7c27a2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00a52-380a-4e24-a251-be4d7c27a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E858AF-86A5-4916-915A-3C9F076556E7}">
  <ds:schemaRefs>
    <ds:schemaRef ds:uri="http://schemas.microsoft.com/sharepoint/v3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cc00a52-380a-4e24-a251-be4d7c27a2a5"/>
  </ds:schemaRefs>
</ds:datastoreItem>
</file>

<file path=customXml/itemProps2.xml><?xml version="1.0" encoding="utf-8"?>
<ds:datastoreItem xmlns:ds="http://schemas.openxmlformats.org/officeDocument/2006/customXml" ds:itemID="{2CBCB63E-412C-4F47-8373-B8079DAD8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0A61B3-E7B9-42AC-A929-59305C4D95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cc00a52-380a-4e24-a251-be4d7c27a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Amasis MT Pro Black</vt:lpstr>
      <vt:lpstr>Canva Sans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[WRO 25] T-Shirt Template</dc:title>
  <dc:creator>IRS Comp</dc:creator>
  <cp:lastModifiedBy>HAZIQ SHAH BIN HUZAIMI</cp:lastModifiedBy>
  <cp:revision>6</cp:revision>
  <dcterms:created xsi:type="dcterms:W3CDTF">2006-08-16T00:00:00Z</dcterms:created>
  <dcterms:modified xsi:type="dcterms:W3CDTF">2025-07-04T14:59:37Z</dcterms:modified>
  <dc:identifier>DAGjXhGI5eQ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0x0101000B8CDCB0B0037E49A73C5FD6544B1502</vt:lpwstr>
  </property>
</Properties>
</file>